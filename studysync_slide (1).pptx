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504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3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297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54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8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9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5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36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11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20" r:id="rId6"/>
    <p:sldLayoutId id="2147483915" r:id="rId7"/>
    <p:sldLayoutId id="2147483916" r:id="rId8"/>
    <p:sldLayoutId id="2147483917" r:id="rId9"/>
    <p:sldLayoutId id="2147483919" r:id="rId10"/>
    <p:sldLayoutId id="214748391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StudySync</a:t>
            </a:r>
          </a:p>
        </p:txBody>
      </p:sp>
      <p:pic>
        <p:nvPicPr>
          <p:cNvPr id="26" name="Picture 25" descr="A collection of different shapes&#10;&#10;AI-generated content may be incorrect.">
            <a:extLst>
              <a:ext uri="{FF2B5EF4-FFF2-40B4-BE49-F238E27FC236}">
                <a16:creationId xmlns:a16="http://schemas.microsoft.com/office/drawing/2014/main" id="{EAE57B3B-E7FD-676B-BAB4-36DECB425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13" r="27540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96821" y="2633236"/>
            <a:ext cx="6034187" cy="36646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A simple Python-based study &amp; assignment tracker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Team: Sequoya Eberhardt (Solo Project)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/>
              <a:t>Organize assignments, track deadlines, and stay on top of your work.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79250ED-0CA4-9B47-1497-46A56475B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273" y="-10139"/>
            <a:ext cx="3015727" cy="24347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20</TotalTime>
  <Words>30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Grandview Display</vt:lpstr>
      <vt:lpstr>DashVTI</vt:lpstr>
      <vt:lpstr>StudySync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Sequoya Eberhardt</cp:lastModifiedBy>
  <cp:revision>3</cp:revision>
  <dcterms:created xsi:type="dcterms:W3CDTF">2013-01-27T09:14:16Z</dcterms:created>
  <dcterms:modified xsi:type="dcterms:W3CDTF">2026-05-04T00:18:00Z</dcterms:modified>
  <cp:category/>
</cp:coreProperties>
</file>