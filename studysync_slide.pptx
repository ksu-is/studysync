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StudySync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 simple Python-based study &amp; assignment tracker</a:t>
            </a:r>
          </a:p>
          <a:p/>
          <a:p/>
          <a:p>
            <a:pPr/>
            <a:r>
              <a:t>Team: Sequoya Eberhardt (Solo Project)</a:t>
            </a:r>
          </a:p>
          <a:p>
            <a:pPr/>
            <a:r>
              <a:t>Organize assignments, track deadlines, and stay on top of your 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